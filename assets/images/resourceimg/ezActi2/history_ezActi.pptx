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6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1233-5243-B999-DD7B-A410B92A3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59C68-C32B-1052-7913-336A8B4D7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0DC17-D73C-9CE2-933E-4E1661FA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349C8-DA41-7E79-A05B-FEFB9EF2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E2CFF-A495-5FF7-D4A6-E5DE3553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5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98CC-8DAD-A333-A361-DDCDC17D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1AB2-7301-B072-B154-DDCCF0E53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27915-685D-CED8-658C-CF2AFBD4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CCF5-5530-CC83-6F67-8EEA3022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061E-01DF-FD8B-E666-2878972C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7AA1-13AF-9DB4-5A75-44897799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0259-A9A5-DD21-DD4E-98F871E40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58657-610B-0277-F0F4-4A15028A1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6BDA7-D899-A800-DDE9-052C3AE8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484F-0C14-B232-2BF1-CCBF05F3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8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9F50-6C55-DE37-E9B6-07D1587F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342A7-130A-2340-C173-32A446833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A9CF3-4DE4-07EA-122E-46C797503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F03C3-82EA-9435-F77D-77282968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72E99-A2D5-D9C5-DA1B-D080014F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3D74B-4FF2-261D-8C21-0D6B361E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8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529A-8CEE-BD6F-C7EC-4AE1B4F69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049F3-29C5-8FFD-22B2-54818F4D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318CE-08FA-8E82-034C-4B4D71639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23CD1-5C87-A252-2AF5-E1A4ED19A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422F2-C89F-C2D3-9ECF-95E0FACB5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CB680-51AD-BAAD-0071-E5459320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AA76A-E8F7-B03B-373A-564364D9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03C29-131A-1020-5EEA-12DEB592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9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2D45-9358-75F9-8AE4-4BED6107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F8AA2-0F7A-CB9F-8DA2-C315BA03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6B4AD-D332-AA50-1BCE-787F72A2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ABB8D-CEA1-682D-90BB-7CBAE992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1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1D6DC-A079-8727-50CF-39FCF6E3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D69C0-F52F-8894-EF6A-79983755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8C049-5CA3-A77A-C3E1-4A6B1495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6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A21C-50FF-46FB-91E3-84856B1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8616-DCCE-C6ED-E2BF-A2E4E6A77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292B2-8A8F-44D2-D5D4-E78425894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DF132-2972-FA30-DFA6-55097FCB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189CE-AB31-ECB2-5768-652A48F3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F280A-3AD9-18A3-8971-15FF9EF3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6A24-5D72-4AD8-BF50-71486766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63EEA-085F-1202-DD1F-87B358485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42DA7-BA4F-4808-8538-BF63ACAF0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E3555-36A1-45A6-0233-62DCE092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72FB1-0BC9-B361-8E64-32030947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3830-1F65-1056-7C23-D9B32990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5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735B-DE26-D01A-0F9E-C81737F5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8E036-6E2C-003B-6A2A-17D5D4B44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6C94-8FE5-D25A-E8DD-90BAE0F1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6E89-97AD-DD84-B611-97299231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DFAC8-6529-3122-CD7F-D0EB9977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2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5C261-0576-2A7C-ED3F-F47699ECE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52ABD-69C8-0B1D-9E95-618A88840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D3C3-795E-EB65-A44C-15EDC744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B0ED-8916-9118-0614-5DB47584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EA40D-EA2A-0D0F-A740-51A9BB82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5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891987-57FF-2835-7D29-3F3B8D9C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29A9C-58BF-1052-310A-C9D5A59DA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300F5-40E5-F2B0-81AB-081C0E7B5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9E840-43D1-422B-B0B6-4A181C8B2CF3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9133-A5D3-C3ED-8853-ADDE8D880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064A-2464-5D0F-4E9E-EABAD4897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E2853-51DB-4ABF-A9A6-34C053BB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0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BAC0CC-9F5B-AD92-CE51-7CFD430B066D}"/>
              </a:ext>
            </a:extLst>
          </p:cNvPr>
          <p:cNvSpPr txBox="1"/>
          <p:nvPr/>
        </p:nvSpPr>
        <p:spPr>
          <a:xfrm>
            <a:off x="362912" y="1536569"/>
            <a:ext cx="1677183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DefineGap</a:t>
            </a:r>
            <a:endParaRPr lang="en-US" dirty="0"/>
          </a:p>
          <a:p>
            <a:pPr algn="ctr"/>
            <a:r>
              <a:rPr lang="en-US" sz="1200" dirty="0"/>
              <a:t>Mar. 2016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A70B4-9FD6-1EEF-095C-50954549EA09}"/>
              </a:ext>
            </a:extLst>
          </p:cNvPr>
          <p:cNvSpPr txBox="1"/>
          <p:nvPr/>
        </p:nvSpPr>
        <p:spPr>
          <a:xfrm>
            <a:off x="2231183" y="1536569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ConfirmGap</a:t>
            </a:r>
            <a:endParaRPr lang="en-US" dirty="0"/>
          </a:p>
          <a:p>
            <a:pPr algn="ctr"/>
            <a:r>
              <a:rPr lang="en-US" sz="1200" dirty="0"/>
              <a:t>Mar. 2016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2051F-56C2-437B-64E9-274137C0EF13}"/>
              </a:ext>
            </a:extLst>
          </p:cNvPr>
          <p:cNvSpPr txBox="1"/>
          <p:nvPr/>
        </p:nvSpPr>
        <p:spPr>
          <a:xfrm>
            <a:off x="4187052" y="1536569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Gapp</a:t>
            </a:r>
            <a:endParaRPr lang="en-US" dirty="0"/>
          </a:p>
          <a:p>
            <a:pPr algn="ctr"/>
            <a:r>
              <a:rPr lang="en-US" sz="1200" dirty="0"/>
              <a:t>Feb. 2018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1ABEB-7754-0676-DA5C-49E311321A41}"/>
              </a:ext>
            </a:extLst>
          </p:cNvPr>
          <p:cNvSpPr txBox="1"/>
          <p:nvPr/>
        </p:nvSpPr>
        <p:spPr>
          <a:xfrm>
            <a:off x="362912" y="2672498"/>
            <a:ext cx="1677185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DFATool</a:t>
            </a:r>
            <a:r>
              <a:rPr lang="en-US" dirty="0"/>
              <a:t>/</a:t>
            </a:r>
            <a:r>
              <a:rPr lang="en-US" dirty="0" err="1"/>
              <a:t>DFAFit</a:t>
            </a:r>
            <a:endParaRPr lang="en-US" dirty="0"/>
          </a:p>
          <a:p>
            <a:pPr algn="ctr"/>
            <a:r>
              <a:rPr lang="en-US" sz="1200" dirty="0"/>
              <a:t>Mar. 2016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CA027-E9AB-13D9-BAA7-9B18EA89EBA2}"/>
              </a:ext>
            </a:extLst>
          </p:cNvPr>
          <p:cNvSpPr txBox="1"/>
          <p:nvPr/>
        </p:nvSpPr>
        <p:spPr>
          <a:xfrm>
            <a:off x="362912" y="3808427"/>
            <a:ext cx="1677183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MISIVTool</a:t>
            </a:r>
            <a:endParaRPr lang="en-US" dirty="0"/>
          </a:p>
          <a:p>
            <a:pPr algn="ctr"/>
            <a:r>
              <a:rPr lang="en-US" sz="1200" dirty="0"/>
              <a:t>Mar. 2016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7849D8-71AD-7A5D-A716-DA81A5537D4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040095" y="1813568"/>
            <a:ext cx="191088" cy="0"/>
          </a:xfrm>
          <a:prstGeom prst="straightConnector1">
            <a:avLst/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61A655-C90A-CA37-4EBE-61ACB26B6D3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560362" y="1813568"/>
            <a:ext cx="626690" cy="0"/>
          </a:xfrm>
          <a:prstGeom prst="straightConnector1">
            <a:avLst/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42CF78-8D45-A978-56D4-B3F8AC61F0F8}"/>
              </a:ext>
            </a:extLst>
          </p:cNvPr>
          <p:cNvSpPr txBox="1"/>
          <p:nvPr/>
        </p:nvSpPr>
        <p:spPr>
          <a:xfrm>
            <a:off x="6205882" y="1536569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ezActi</a:t>
            </a:r>
            <a:endParaRPr lang="en-US" dirty="0"/>
          </a:p>
          <a:p>
            <a:pPr algn="ctr"/>
            <a:r>
              <a:rPr lang="en-US" sz="1200" dirty="0"/>
              <a:t>Dec. 2019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29060-B907-19F1-62E8-5F591742A277}"/>
              </a:ext>
            </a:extLst>
          </p:cNvPr>
          <p:cNvSpPr txBox="1"/>
          <p:nvPr/>
        </p:nvSpPr>
        <p:spPr>
          <a:xfrm>
            <a:off x="8224713" y="1536569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ezActi2</a:t>
            </a:r>
          </a:p>
          <a:p>
            <a:pPr algn="ctr"/>
            <a:r>
              <a:rPr lang="en-US" sz="1200" dirty="0"/>
              <a:t>Nov. 2022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85F473-A454-EF1A-0C0E-0EDFF50E918B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5516231" y="1813568"/>
            <a:ext cx="689651" cy="0"/>
          </a:xfrm>
          <a:prstGeom prst="straightConnector1">
            <a:avLst/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6C8AB5-03C2-7BB5-327D-102B063DF22D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535061" y="1813568"/>
            <a:ext cx="689652" cy="0"/>
          </a:xfrm>
          <a:prstGeom prst="straightConnector1">
            <a:avLst/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35692D-458A-C3E3-828A-B019809C0886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2040097" y="1813568"/>
            <a:ext cx="4165785" cy="1135929"/>
          </a:xfrm>
          <a:prstGeom prst="bentConnector3">
            <a:avLst>
              <a:gd name="adj1" fmla="val 90265"/>
            </a:avLst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2">
            <a:extLst>
              <a:ext uri="{FF2B5EF4-FFF2-40B4-BE49-F238E27FC236}">
                <a16:creationId xmlns:a16="http://schemas.microsoft.com/office/drawing/2014/main" id="{B3F95581-911C-2D72-6555-D3C968C510D3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2040095" y="1813568"/>
            <a:ext cx="6184618" cy="2271858"/>
          </a:xfrm>
          <a:prstGeom prst="bentConnector3">
            <a:avLst>
              <a:gd name="adj1" fmla="val 94265"/>
            </a:avLst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21395B6-20B4-2E1B-57A0-CDCAE867F70E}"/>
              </a:ext>
            </a:extLst>
          </p:cNvPr>
          <p:cNvSpPr txBox="1"/>
          <p:nvPr/>
        </p:nvSpPr>
        <p:spPr>
          <a:xfrm>
            <a:off x="7643433" y="735347"/>
            <a:ext cx="942584" cy="43858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</a:t>
            </a:r>
            <a:r>
              <a:rPr lang="en-US" sz="1200" dirty="0" err="1"/>
              <a:t>acti</a:t>
            </a:r>
            <a:endParaRPr lang="en-US" sz="1200" dirty="0"/>
          </a:p>
          <a:p>
            <a:pPr algn="ctr"/>
            <a:r>
              <a:rPr lang="en-US" sz="1000" dirty="0"/>
              <a:t>Dec. 2020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D9B84-CE90-D48E-AE27-460C5B6A6415}"/>
              </a:ext>
            </a:extLst>
          </p:cNvPr>
          <p:cNvSpPr txBox="1"/>
          <p:nvPr/>
        </p:nvSpPr>
        <p:spPr>
          <a:xfrm>
            <a:off x="6249458" y="735346"/>
            <a:ext cx="1241235" cy="43858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actigraphy</a:t>
            </a:r>
          </a:p>
          <a:p>
            <a:pPr algn="ctr"/>
            <a:r>
              <a:rPr lang="en-US" sz="1000" dirty="0"/>
              <a:t>Dec. 2019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C6AE6E-C211-7506-7F92-7508728FF323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rot="5400000">
            <a:off x="7311279" y="733123"/>
            <a:ext cx="362640" cy="124425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952468-D266-68C7-058D-F0B2C66BE7A5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5811762" y="2949497"/>
            <a:ext cx="800032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468B2DA-26C4-D09B-5375-EBEA8346677E}"/>
              </a:ext>
            </a:extLst>
          </p:cNvPr>
          <p:cNvSpPr txBox="1"/>
          <p:nvPr/>
        </p:nvSpPr>
        <p:spPr>
          <a:xfrm>
            <a:off x="6611794" y="2734053"/>
            <a:ext cx="1075242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</a:t>
            </a:r>
            <a:r>
              <a:rPr lang="en-US" sz="1200" dirty="0" err="1"/>
              <a:t>mydfa</a:t>
            </a:r>
            <a:endParaRPr lang="en-US" sz="1200" dirty="0"/>
          </a:p>
          <a:p>
            <a:pPr algn="ctr"/>
            <a:r>
              <a:rPr lang="en-US" sz="1000" dirty="0"/>
              <a:t>Apr. 2020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0DC13-1EB2-8741-B79E-D2E957C3E63D}"/>
              </a:ext>
            </a:extLst>
          </p:cNvPr>
          <p:cNvSpPr txBox="1"/>
          <p:nvPr/>
        </p:nvSpPr>
        <p:spPr>
          <a:xfrm>
            <a:off x="8048396" y="3869983"/>
            <a:ext cx="1075242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</a:t>
            </a:r>
            <a:r>
              <a:rPr lang="en-US" sz="1200" dirty="0" err="1"/>
              <a:t>cosinor</a:t>
            </a:r>
            <a:endParaRPr lang="en-US" sz="1200" dirty="0"/>
          </a:p>
          <a:p>
            <a:pPr algn="ctr"/>
            <a:r>
              <a:rPr lang="en-US" sz="1000" dirty="0"/>
              <a:t>Dec. 2021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242074-381D-D695-41C0-026B34FC4F66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7879887" y="4085427"/>
            <a:ext cx="168509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0BBB12C-6AF5-AEA9-72A4-368C524099BF}"/>
              </a:ext>
            </a:extLst>
          </p:cNvPr>
          <p:cNvSpPr txBox="1"/>
          <p:nvPr/>
        </p:nvSpPr>
        <p:spPr>
          <a:xfrm>
            <a:off x="8224713" y="3377540"/>
            <a:ext cx="1413828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actigraphy2</a:t>
            </a:r>
          </a:p>
          <a:p>
            <a:pPr algn="ctr"/>
            <a:r>
              <a:rPr lang="en-US" sz="1000" dirty="0"/>
              <a:t>Jan. 2022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B6B92E-6CC4-5DEF-B3CE-AD28469EDCD2}"/>
              </a:ext>
            </a:extLst>
          </p:cNvPr>
          <p:cNvSpPr txBox="1"/>
          <p:nvPr/>
        </p:nvSpPr>
        <p:spPr>
          <a:xfrm>
            <a:off x="8224713" y="2885097"/>
            <a:ext cx="1413828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actogram</a:t>
            </a:r>
          </a:p>
          <a:p>
            <a:pPr algn="ctr"/>
            <a:r>
              <a:rPr lang="en-US" sz="1000" dirty="0"/>
              <a:t>Jan. 2022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2B234DC-5BBC-1835-D9D3-AF171020EF3C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7879887" y="3592984"/>
            <a:ext cx="34482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C83CF9E-8CC2-D421-AC80-20198B591A01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7879887" y="3100541"/>
            <a:ext cx="34482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D06BA83-B2A5-32BF-B83C-D00AC77F8BCA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6870076" y="1173928"/>
            <a:ext cx="396" cy="36264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CCC2F70-4D64-627B-1C02-05FA31B53CA7}"/>
              </a:ext>
            </a:extLst>
          </p:cNvPr>
          <p:cNvSpPr txBox="1"/>
          <p:nvPr/>
        </p:nvSpPr>
        <p:spPr>
          <a:xfrm>
            <a:off x="2704686" y="4390357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PeriodTool</a:t>
            </a:r>
            <a:endParaRPr lang="en-US" dirty="0"/>
          </a:p>
          <a:p>
            <a:pPr algn="ctr"/>
            <a:r>
              <a:rPr lang="en-US" sz="1200" dirty="0"/>
              <a:t>Oct. 2016</a:t>
            </a:r>
          </a:p>
        </p:txBody>
      </p:sp>
      <p:cxnSp>
        <p:nvCxnSpPr>
          <p:cNvPr id="68" name="Straight Arrow Connector 22">
            <a:extLst>
              <a:ext uri="{FF2B5EF4-FFF2-40B4-BE49-F238E27FC236}">
                <a16:creationId xmlns:a16="http://schemas.microsoft.com/office/drawing/2014/main" id="{4C54620C-43C3-B3FC-7540-F9D68085F043}"/>
              </a:ext>
            </a:extLst>
          </p:cNvPr>
          <p:cNvCxnSpPr>
            <a:cxnSpLocks/>
            <a:stCxn id="8" idx="3"/>
            <a:endCxn id="67" idx="1"/>
          </p:cNvCxnSpPr>
          <p:nvPr/>
        </p:nvCxnSpPr>
        <p:spPr>
          <a:xfrm>
            <a:off x="2040095" y="4085426"/>
            <a:ext cx="664591" cy="581930"/>
          </a:xfrm>
          <a:prstGeom prst="bentConnector3">
            <a:avLst>
              <a:gd name="adj1" fmla="val 50000"/>
            </a:avLst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444CD23-51F7-1BA2-7261-3B897A228143}"/>
              </a:ext>
            </a:extLst>
          </p:cNvPr>
          <p:cNvSpPr txBox="1"/>
          <p:nvPr/>
        </p:nvSpPr>
        <p:spPr>
          <a:xfrm>
            <a:off x="362911" y="4451913"/>
            <a:ext cx="1329179" cy="430887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chi2periodogram</a:t>
            </a:r>
          </a:p>
          <a:p>
            <a:pPr algn="ctr"/>
            <a:r>
              <a:rPr lang="en-US" sz="1000" dirty="0"/>
              <a:t>Mar. 2016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AE464FD-8609-C82A-8B58-5A74646F5434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1692090" y="4667357"/>
            <a:ext cx="680300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8FC57CD-A6B5-DB91-7D43-DEC5B499E500}"/>
              </a:ext>
            </a:extLst>
          </p:cNvPr>
          <p:cNvSpPr txBox="1"/>
          <p:nvPr/>
        </p:nvSpPr>
        <p:spPr>
          <a:xfrm>
            <a:off x="3096665" y="3373692"/>
            <a:ext cx="1241235" cy="438582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Cosinor</a:t>
            </a:r>
            <a:r>
              <a:rPr lang="en-US" sz="1200" dirty="0"/>
              <a:t> analysis</a:t>
            </a:r>
          </a:p>
          <a:p>
            <a:pPr algn="ctr"/>
            <a:r>
              <a:rPr lang="en-US" sz="1000" dirty="0"/>
              <a:t>Jul. 2017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0E91B2A-8ADD-EF92-F733-98BBE67731C1}"/>
              </a:ext>
            </a:extLst>
          </p:cNvPr>
          <p:cNvCxnSpPr>
            <a:cxnSpLocks/>
            <a:stCxn id="78" idx="0"/>
          </p:cNvCxnSpPr>
          <p:nvPr/>
        </p:nvCxnSpPr>
        <p:spPr>
          <a:xfrm flipV="1">
            <a:off x="3717283" y="2965133"/>
            <a:ext cx="0" cy="408559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E9BA02B-F525-4699-9B81-C80724F58056}"/>
              </a:ext>
            </a:extLst>
          </p:cNvPr>
          <p:cNvSpPr txBox="1"/>
          <p:nvPr/>
        </p:nvSpPr>
        <p:spPr>
          <a:xfrm>
            <a:off x="6096000" y="4451912"/>
            <a:ext cx="1547433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Class: Import Wizard</a:t>
            </a:r>
          </a:p>
          <a:p>
            <a:pPr algn="ctr"/>
            <a:r>
              <a:rPr lang="en-US" sz="1000" dirty="0"/>
              <a:t>Dec. 2019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7EC5689-D492-00CC-4791-F17AF63D6CA0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6869717" y="4108063"/>
            <a:ext cx="0" cy="34384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B47B4DA-76B3-80FE-D14A-C46B738F31DE}"/>
              </a:ext>
            </a:extLst>
          </p:cNvPr>
          <p:cNvSpPr txBox="1"/>
          <p:nvPr/>
        </p:nvSpPr>
        <p:spPr>
          <a:xfrm>
            <a:off x="8889302" y="2380683"/>
            <a:ext cx="1241235" cy="438582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EMD</a:t>
            </a:r>
          </a:p>
          <a:p>
            <a:pPr algn="ctr"/>
            <a:r>
              <a:rPr lang="en-US" sz="1000" dirty="0"/>
              <a:t>Mar. 2023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8D1D002-9494-8117-2401-93C466046B19}"/>
              </a:ext>
            </a:extLst>
          </p:cNvPr>
          <p:cNvCxnSpPr>
            <a:cxnSpLocks/>
            <a:stCxn id="90" idx="1"/>
          </p:cNvCxnSpPr>
          <p:nvPr/>
        </p:nvCxnSpPr>
        <p:spPr>
          <a:xfrm flipH="1">
            <a:off x="7879887" y="2599974"/>
            <a:ext cx="100941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3E59F16-B206-C6E9-EF42-4DDA1B09DBD5}"/>
              </a:ext>
            </a:extLst>
          </p:cNvPr>
          <p:cNvSpPr txBox="1"/>
          <p:nvPr/>
        </p:nvSpPr>
        <p:spPr>
          <a:xfrm>
            <a:off x="8611308" y="1091429"/>
            <a:ext cx="942584" cy="43858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QC</a:t>
            </a:r>
          </a:p>
          <a:p>
            <a:pPr algn="ctr"/>
            <a:r>
              <a:rPr lang="en-US" sz="1000" dirty="0"/>
              <a:t>Feb. 2022</a:t>
            </a:r>
          </a:p>
        </p:txBody>
      </p:sp>
      <p:cxnSp>
        <p:nvCxnSpPr>
          <p:cNvPr id="3" name="Straight Arrow Connector 13">
            <a:extLst>
              <a:ext uri="{FF2B5EF4-FFF2-40B4-BE49-F238E27FC236}">
                <a16:creationId xmlns:a16="http://schemas.microsoft.com/office/drawing/2014/main" id="{D2FCE64D-20B7-55F1-BD3F-405E9D521F09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8224714" y="1310720"/>
            <a:ext cx="386595" cy="502848"/>
          </a:xfrm>
          <a:prstGeom prst="bentConnector3">
            <a:avLst>
              <a:gd name="adj1" fmla="val 99662"/>
            </a:avLst>
          </a:prstGeom>
          <a:ln w="12700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F20455-FB3B-5B81-274C-B3DB4137C143}"/>
              </a:ext>
            </a:extLst>
          </p:cNvPr>
          <p:cNvSpPr txBox="1"/>
          <p:nvPr/>
        </p:nvSpPr>
        <p:spPr>
          <a:xfrm>
            <a:off x="10243544" y="1536569"/>
            <a:ext cx="1329179" cy="553998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ezActi3</a:t>
            </a:r>
          </a:p>
          <a:p>
            <a:pPr algn="ctr"/>
            <a:r>
              <a:rPr lang="en-US" sz="1200" dirty="0"/>
              <a:t>Oct. 2025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0B6EFB-FFCD-4FBA-6AA9-CAC779F0D660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9553892" y="1813568"/>
            <a:ext cx="689652" cy="0"/>
          </a:xfrm>
          <a:prstGeom prst="straightConnector1">
            <a:avLst/>
          </a:prstGeom>
          <a:ln w="2222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271FE38-63A5-BAC1-D2E9-61BBDF1486F1}"/>
              </a:ext>
            </a:extLst>
          </p:cNvPr>
          <p:cNvSpPr txBox="1"/>
          <p:nvPr/>
        </p:nvSpPr>
        <p:spPr>
          <a:xfrm>
            <a:off x="9755324" y="4451911"/>
            <a:ext cx="1817399" cy="43088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Working with raw data</a:t>
            </a:r>
          </a:p>
          <a:p>
            <a:pPr algn="ctr"/>
            <a:r>
              <a:rPr lang="en-US" sz="1000" dirty="0"/>
              <a:t>Oct. 2025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A5B953B-67DF-BA61-A45B-2F08BCE5E22F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10664024" y="2090567"/>
            <a:ext cx="0" cy="236134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2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105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Peng</dc:creator>
  <cp:lastModifiedBy>Li, Peng, PhD (Anesthesia)</cp:lastModifiedBy>
  <cp:revision>6</cp:revision>
  <dcterms:created xsi:type="dcterms:W3CDTF">2023-09-17T23:55:23Z</dcterms:created>
  <dcterms:modified xsi:type="dcterms:W3CDTF">2025-10-20T22:17:49Z</dcterms:modified>
</cp:coreProperties>
</file>